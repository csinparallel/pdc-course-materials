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70" r:id="rId6"/>
    <p:sldId id="266" r:id="rId7"/>
    <p:sldId id="267" r:id="rId8"/>
    <p:sldId id="269" r:id="rId9"/>
    <p:sldId id="261" r:id="rId10"/>
    <p:sldId id="263" r:id="rId11"/>
    <p:sldId id="271" r:id="rId12"/>
    <p:sldId id="264" r:id="rId13"/>
    <p:sldId id="257" r:id="rId14"/>
    <p:sldId id="265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74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33" y="171473"/>
            <a:ext cx="9603275" cy="5905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133" y="925486"/>
            <a:ext cx="9603275" cy="3450613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4045" y="5182660"/>
            <a:ext cx="3500715" cy="309201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34" y="5182661"/>
            <a:ext cx="5938836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23886" y="762000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771" y="242182"/>
            <a:ext cx="9605635" cy="7073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3884" y="1173715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90324" y="1180180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046" y="5768815"/>
            <a:ext cx="3500715" cy="309201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2348" y="5768815"/>
            <a:ext cx="5938836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23884" y="1061642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96" y="158201"/>
            <a:ext cx="9607661" cy="7117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104236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184708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104582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184431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800322" y="5733645"/>
            <a:ext cx="3500715" cy="309201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0060" y="5733645"/>
            <a:ext cx="5938836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86990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38" y="124581"/>
            <a:ext cx="9603275" cy="55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788600" y="5501308"/>
            <a:ext cx="3500715" cy="309201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380" y="5499184"/>
            <a:ext cx="5938836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449455" y="679939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72784" y="5769878"/>
            <a:ext cx="3500715" cy="309201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70225" y="5768815"/>
            <a:ext cx="5938836" cy="309201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225481"/>
            <a:ext cx="9603275" cy="6185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948966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72784" y="5816216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0225" y="5815153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8EB8-D8E7-4846-B396-C90E98833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with </a:t>
            </a:r>
            <a:r>
              <a:rPr lang="en-US" dirty="0" err="1"/>
              <a:t>OpenACC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92DD0-3845-0B44-B8F1-69A8D9334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the accelerator</a:t>
            </a:r>
          </a:p>
        </p:txBody>
      </p:sp>
    </p:spTree>
    <p:extLst>
      <p:ext uri="{BB962C8B-B14F-4D97-AF65-F5344CB8AC3E}">
        <p14:creationId xmlns:p14="http://schemas.microsoft.com/office/powerpoint/2010/main" val="305112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5C72-CF5B-2B4A-8217-7E6B9458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plus device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4271F-E05E-9948-8CA3-1C115371D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926" y="996216"/>
            <a:ext cx="6804965" cy="38231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15B15E-892A-E444-8F1D-C48E3B619D48}"/>
              </a:ext>
            </a:extLst>
          </p:cNvPr>
          <p:cNvSpPr txBox="1"/>
          <p:nvPr/>
        </p:nvSpPr>
        <p:spPr>
          <a:xfrm>
            <a:off x="3751385" y="501747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“host”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6ADC4-2360-5343-9C2B-55DA25BABC2F}"/>
              </a:ext>
            </a:extLst>
          </p:cNvPr>
          <p:cNvSpPr txBox="1"/>
          <p:nvPr/>
        </p:nvSpPr>
        <p:spPr>
          <a:xfrm>
            <a:off x="7209692" y="5017477"/>
            <a:ext cx="968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“device”</a:t>
            </a:r>
          </a:p>
        </p:txBody>
      </p:sp>
    </p:spTree>
    <p:extLst>
      <p:ext uri="{BB962C8B-B14F-4D97-AF65-F5344CB8AC3E}">
        <p14:creationId xmlns:p14="http://schemas.microsoft.com/office/powerpoint/2010/main" val="402055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1444-CC30-6744-86CD-5EEE05D2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schematic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E937B-4658-C04A-9882-A182BA3E8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6208" y="902433"/>
            <a:ext cx="4495083" cy="4503812"/>
          </a:xfrm>
        </p:spPr>
      </p:pic>
    </p:spTree>
    <p:extLst>
      <p:ext uri="{BB962C8B-B14F-4D97-AF65-F5344CB8AC3E}">
        <p14:creationId xmlns:p14="http://schemas.microsoft.com/office/powerpoint/2010/main" val="332007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EF85-C0B7-1E4A-935A-0B261A7C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Profiling, focus on parallelizing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B95AF1-B2B1-8144-B8E3-D24CE47C3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0711" y="1218956"/>
            <a:ext cx="4018117" cy="3449638"/>
          </a:xfrm>
        </p:spPr>
      </p:pic>
    </p:spTree>
    <p:extLst>
      <p:ext uri="{BB962C8B-B14F-4D97-AF65-F5344CB8AC3E}">
        <p14:creationId xmlns:p14="http://schemas.microsoft.com/office/powerpoint/2010/main" val="111409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2906-C548-BC47-96BC-BC438340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pragmas in </a:t>
            </a:r>
            <a:r>
              <a:rPr lang="en-US" dirty="0" err="1"/>
              <a:t>OpenACC</a:t>
            </a:r>
            <a:r>
              <a:rPr lang="en-US" dirty="0"/>
              <a:t>:  generic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F18B-CC6A-2F44-ACC2-D20DE024C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#pragma </a:t>
            </a:r>
            <a:r>
              <a:rPr lang="en-US" dirty="0" err="1"/>
              <a:t>acc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directive</a:t>
            </a:r>
            <a:r>
              <a:rPr lang="en-US" dirty="0"/>
              <a:t> [clause [[,] clause]...] new-line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…  code block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directives are also called </a:t>
            </a:r>
            <a:r>
              <a:rPr lang="en-US" i="1" dirty="0"/>
              <a:t>constructs  </a:t>
            </a:r>
            <a:r>
              <a:rPr lang="en-US" dirty="0"/>
              <a:t>in the </a:t>
            </a:r>
            <a:r>
              <a:rPr lang="en-US" dirty="0" err="1"/>
              <a:t>OpenACC</a:t>
            </a:r>
            <a:r>
              <a:rPr lang="en-US" dirty="0"/>
              <a:t> reference card</a:t>
            </a:r>
          </a:p>
        </p:txBody>
      </p:sp>
    </p:spTree>
    <p:extLst>
      <p:ext uri="{BB962C8B-B14F-4D97-AF65-F5344CB8AC3E}">
        <p14:creationId xmlns:p14="http://schemas.microsoft.com/office/powerpoint/2010/main" val="187717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6077-B82F-B149-AC82-AC1B97FE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Directive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54A811-7A55-7947-A78B-A2E30E5FB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732" y="855175"/>
            <a:ext cx="9846676" cy="3974733"/>
          </a:xfrm>
        </p:spPr>
      </p:pic>
    </p:spTree>
    <p:extLst>
      <p:ext uri="{BB962C8B-B14F-4D97-AF65-F5344CB8AC3E}">
        <p14:creationId xmlns:p14="http://schemas.microsoft.com/office/powerpoint/2010/main" val="198577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AD66-0963-1946-8619-519D5C65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Directive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601BAD-58AE-374E-BD1A-3340DEA39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638" y="948959"/>
            <a:ext cx="9384575" cy="4490549"/>
          </a:xfrm>
        </p:spPr>
      </p:pic>
    </p:spTree>
    <p:extLst>
      <p:ext uri="{BB962C8B-B14F-4D97-AF65-F5344CB8AC3E}">
        <p14:creationId xmlns:p14="http://schemas.microsoft.com/office/powerpoint/2010/main" val="411019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6F10-1D89-3D4D-A1CA-3899451F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Directive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F551C-A2DE-CC40-AE46-594195FDE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077" y="925513"/>
            <a:ext cx="8631796" cy="4309026"/>
          </a:xfrm>
        </p:spPr>
      </p:pic>
    </p:spTree>
    <p:extLst>
      <p:ext uri="{BB962C8B-B14F-4D97-AF65-F5344CB8AC3E}">
        <p14:creationId xmlns:p14="http://schemas.microsoft.com/office/powerpoint/2010/main" val="993525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3A35-E758-B44D-A637-543C0597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 directive/CONSTRUCT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505D67-7749-3543-A3BB-A0441D70A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8712" y="973015"/>
            <a:ext cx="9867248" cy="4525108"/>
          </a:xfrm>
        </p:spPr>
      </p:pic>
    </p:spTree>
    <p:extLst>
      <p:ext uri="{BB962C8B-B14F-4D97-AF65-F5344CB8AC3E}">
        <p14:creationId xmlns:p14="http://schemas.microsoft.com/office/powerpoint/2010/main" val="42623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4B66-4B9A-2344-B04A-BB6CD5F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 directive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5DD44-ABC9-FB4A-895F-C3DD9CB28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0" y="857085"/>
            <a:ext cx="12192000" cy="525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0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F52C2-3234-F144-B1D6-5D181B0E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Data Movement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EFAF3-A263-EC41-BB17-ACB43F66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5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EFAC1A-B42F-2144-80AB-6287C2D04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memory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A7BB7-D2A9-4D46-8381-5D4A5A343A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8132" y="1151782"/>
            <a:ext cx="7973068" cy="4330970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C3E4E-62F3-D942-9E79-CEF991FD6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5898" y="242183"/>
            <a:ext cx="4758391" cy="43875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ndale Mono" panose="020B0509000000000004" pitchFamily="49" charset="0"/>
              </a:rPr>
              <a:t>Our card on mscs1 has this capability</a:t>
            </a:r>
          </a:p>
        </p:txBody>
      </p:sp>
    </p:spTree>
    <p:extLst>
      <p:ext uri="{BB962C8B-B14F-4D97-AF65-F5344CB8AC3E}">
        <p14:creationId xmlns:p14="http://schemas.microsoft.com/office/powerpoint/2010/main" val="79115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2B10-736B-0248-9527-B932CB1B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copying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D9A7E-788D-CB4F-B1E8-38410D109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133" y="1141140"/>
            <a:ext cx="9604375" cy="3206685"/>
          </a:xfrm>
        </p:spPr>
      </p:pic>
    </p:spTree>
    <p:extLst>
      <p:ext uri="{BB962C8B-B14F-4D97-AF65-F5344CB8AC3E}">
        <p14:creationId xmlns:p14="http://schemas.microsoft.com/office/powerpoint/2010/main" val="390762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0FF8-89B6-FE41-BF67-5278A8A3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DAB4B-3391-5C4E-8B0A-03D8573B3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939" y="878621"/>
            <a:ext cx="8253661" cy="5091668"/>
          </a:xfrm>
        </p:spPr>
      </p:pic>
    </p:spTree>
    <p:extLst>
      <p:ext uri="{BB962C8B-B14F-4D97-AF65-F5344CB8AC3E}">
        <p14:creationId xmlns:p14="http://schemas.microsoft.com/office/powerpoint/2010/main" val="2304532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34E8-3091-6A43-93FC-E30947BF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B67BC-94E6-EC4B-B297-7DAAE9B57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76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297</TotalTime>
  <Words>81</Words>
  <Application>Microsoft Macintosh PowerPoint</Application>
  <PresentationFormat>Widescreen</PresentationFormat>
  <Paragraphs>23</Paragraphs>
  <Slides>15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Andale Mono</vt:lpstr>
      <vt:lpstr>Arial</vt:lpstr>
      <vt:lpstr>Gill Sans MT</vt:lpstr>
      <vt:lpstr>Gallery</vt:lpstr>
      <vt:lpstr>Programming with OpenACC </vt:lpstr>
      <vt:lpstr>Host plus device</vt:lpstr>
      <vt:lpstr>architecture schematic</vt:lpstr>
      <vt:lpstr>After Profiling, focus on parallelizing</vt:lpstr>
      <vt:lpstr>pragmas in OpenACC:  generic syntax</vt:lpstr>
      <vt:lpstr>Parallel Directive</vt:lpstr>
      <vt:lpstr>Parallel Directive</vt:lpstr>
      <vt:lpstr>Parallel Directive</vt:lpstr>
      <vt:lpstr>kernels directive/CONSTRUCT</vt:lpstr>
      <vt:lpstr>kernels directive</vt:lpstr>
      <vt:lpstr>Managing Data Movement</vt:lpstr>
      <vt:lpstr>Managing memory</vt:lpstr>
      <vt:lpstr>data copying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Libby Shoop</cp:lastModifiedBy>
  <cp:revision>13</cp:revision>
  <dcterms:created xsi:type="dcterms:W3CDTF">2019-02-21T15:02:16Z</dcterms:created>
  <dcterms:modified xsi:type="dcterms:W3CDTF">2020-02-20T19:59:39Z</dcterms:modified>
</cp:coreProperties>
</file>